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CAPSTONE PROPOSAL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Sojourn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probe — a reverse engineering game you build.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deep-space probe is failing — and its source code is lost. Only the ARM flight binary survives.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become mission operations engineers: reverse engineer the firmware in Ghidra, then patch the running probe byte by byte over a narrow uplink.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real: NASA revived Voyager 1 in 2024 exactly this way — poking new code into memory from 15 billion km away.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builds the game: emulated ARM probe, ground-station console, scenario engine — delivered as a single container.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semester, 5–6 students. Then it becomes the foundation of a future reverse engineering course.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23560" y="502920"/>
            <a:ext cx="3063240" cy="3977640"/>
          </a:xfrm>
          <a:prstGeom prst="roundRect">
            <a:avLst>
              <a:gd name="adj" fmla="val 2388"/>
            </a:avLst>
          </a:prstGeom>
          <a:solidFill>
            <a:srgbClr val="060A14"/>
          </a:solidFill>
          <a:ln w="12700">
            <a:solidFill>
              <a:srgbClr val="2A3C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06440" y="6858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CA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SOJOURN MISSION CONTROL — LINK UP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CA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TLM f=0412 up=86400s NOMINAL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TLM MAG=-312 FAULT  pwr=412mW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PEEK 0x20001A40 8 *C2F1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PEEK 01 00 00 00 A3 04 ..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POKE 0x20001A44 00 *9D3B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CA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transmitting — delay 60 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POKE 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CA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TLM f=0415 up=86415s NOMINAL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MAG channel silent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pwr=268mW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CA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OBJECTIVE 1 COMPLETE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CA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Magnetometer powered down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4553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player uplink, start to finish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383280" cy="749808"/>
          </a:xfrm>
          <a:prstGeom prst="roundRect">
            <a:avLst>
              <a:gd name="adj" fmla="val 7317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115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Ground-Station Console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389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· xterm.js · live telemetry · uplink line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922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⇅  WebSocket / HTTP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066544"/>
            <a:ext cx="3383280" cy="749808"/>
          </a:xfrm>
          <a:prstGeom prst="roundRect">
            <a:avLst>
              <a:gd name="adj" fmla="val 7317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1579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Daemon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323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engine · objective checks · delay &amp; budget · saves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⇅  virtual UART + GDB introspection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383280" cy="749808"/>
          </a:xfrm>
          <a:prstGeom prst="roundRect">
            <a:avLst>
              <a:gd name="adj" fmla="val 7317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Emulated Probe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Cortex-M firmware on QEMU / Renode · watchdog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111C30"/>
          </a:solidFill>
          <a:ln w="12700">
            <a:solidFill>
              <a:srgbClr val="31486E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21792" y="41056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as one Docker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scenario packages · saves on a mounted volume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1648" y="1024128"/>
            <a:ext cx="2286000" cy="1755648"/>
          </a:xfrm>
          <a:prstGeom prst="roundRect">
            <a:avLst>
              <a:gd name="adj" fmla="val 3646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7952" y="1161288"/>
            <a:ext cx="365760" cy="365760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76" y="1239012"/>
            <a:ext cx="210312" cy="21031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645152" y="1207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Firmware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187952" y="1591056"/>
            <a:ext cx="19933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Bare-metal C, ARM Cortex-M4 (Thumb-2). Executes from RAM so players patch live code; protected golden image + watchdog make bricking recoverable.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73952" y="1024128"/>
            <a:ext cx="2286000" cy="1755648"/>
          </a:xfrm>
          <a:prstGeom prst="roundRect">
            <a:avLst>
              <a:gd name="adj" fmla="val 3646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20256" y="1161288"/>
            <a:ext cx="365760" cy="365760"/>
          </a:xfrm>
          <a:prstGeom prst="ellipse">
            <a:avLst/>
          </a:prstGeom>
          <a:solidFill>
            <a:srgbClr val="5CA8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239012"/>
            <a:ext cx="210312" cy="2103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77456" y="1207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Emulation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620256" y="1591056"/>
            <a:ext cx="19933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QEMU / Renode with scripted sensor peripherals. A GDB-stub introspection channel lets the platform read probe memory and registers live.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041648" y="2944368"/>
            <a:ext cx="2286000" cy="1755648"/>
          </a:xfrm>
          <a:prstGeom prst="roundRect">
            <a:avLst>
              <a:gd name="adj" fmla="val 3646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87952" y="3081528"/>
            <a:ext cx="365760" cy="36576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3159252"/>
            <a:ext cx="210312" cy="21031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645152" y="3127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Platform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4187952" y="3511296"/>
            <a:ext cx="19933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daemon evaluates declarative objective assertions against telemetry and memory. Saves = command-log replay against a fresh probe.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473952" y="2944368"/>
            <a:ext cx="2286000" cy="1755648"/>
          </a:xfrm>
          <a:prstGeom prst="roundRect">
            <a:avLst>
              <a:gd name="adj" fmla="val 3646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620256" y="3081528"/>
            <a:ext cx="365760" cy="365760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3159252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077456" y="3127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&amp; Content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6620256" y="3511296"/>
            <a:ext cx="19933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ground station (xterm.js). Scenarios are pure content packages — a new mission is authored, never coded.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Pick This Capstone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06424"/>
            <a:ext cx="475488" cy="475488"/>
          </a:xfrm>
          <a:prstGeom prst="ellipse">
            <a:avLst/>
          </a:prstGeom>
          <a:solidFill>
            <a:srgbClr val="39D35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2070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24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few graduates have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167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C, ARM assembly, emulation, reverse engineering, protocol design — on one project.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475488" cy="475488"/>
          </a:xfrm>
          <a:prstGeom prst="ellipse">
            <a:avLst/>
          </a:prstGeom>
          <a:solidFill>
            <a:srgbClr val="5CA8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97510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792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Full-stack, for real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0848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to browser: you own an entire coherent system, not a feature in someone else’s.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2642616"/>
            <a:ext cx="475488" cy="475488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743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560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De-risked from day one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8529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start with working flight firmware in hand — the hardest bring-up is already done.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3410712"/>
            <a:ext cx="475488" cy="475488"/>
          </a:xfrm>
          <a:prstGeom prst="ellipse">
            <a:avLst/>
          </a:prstGeom>
          <a:solidFill>
            <a:srgbClr val="C084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5112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3284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outlives the semester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36210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becomes the courseware future reverse engineering students learn on.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2920" y="4178808"/>
            <a:ext cx="475488" cy="47548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27939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4096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people remember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43891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Brick a space probe live on stage — then watch the watchdog bring the mission home.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92240" y="1024128"/>
            <a:ext cx="2194560" cy="1170432"/>
          </a:xfrm>
          <a:prstGeom prst="roundRect">
            <a:avLst>
              <a:gd name="adj" fmla="val 5469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492240" y="1115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</a:t>
            </a:r>
            <a:endParaRPr lang="en-US" sz="3400" dirty="0"/>
          </a:p>
        </p:txBody>
      </p:sp>
      <p:sp>
        <p:nvSpPr>
          <p:cNvPr id="25" name="Text 18"/>
          <p:cNvSpPr txBox="1"/>
          <p:nvPr/>
        </p:nvSpPr>
        <p:spPr>
          <a:xfrm>
            <a:off x="6629400" y="1682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— every role is a real one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492240" y="2340864"/>
            <a:ext cx="2194560" cy="1170432"/>
          </a:xfrm>
          <a:prstGeom prst="roundRect">
            <a:avLst>
              <a:gd name="adj" fmla="val 5469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492240" y="24323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28" name="Text 21"/>
          <p:cNvSpPr txBox="1"/>
          <p:nvPr/>
        </p:nvSpPr>
        <p:spPr>
          <a:xfrm>
            <a:off x="6629400" y="2999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semester: platform + playable mission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492240" y="3657600"/>
            <a:ext cx="2194560" cy="1170432"/>
          </a:xfrm>
          <a:prstGeom prst="roundRect">
            <a:avLst>
              <a:gd name="adj" fmla="val 5469"/>
            </a:avLst>
          </a:prstGeom>
          <a:solidFill>
            <a:srgbClr val="16233A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3400" dirty="0"/>
          </a:p>
        </p:txBody>
      </p:sp>
      <p:sp>
        <p:nvSpPr>
          <p:cNvPr id="31" name="Text 24"/>
          <p:cNvSpPr txBox="1"/>
          <p:nvPr/>
        </p:nvSpPr>
        <p:spPr>
          <a:xfrm>
            <a:off x="6629400" y="4315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NASA did this for real (Voyager 1)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2026-08-26T19:14:19Z</dcterms:created>
  <dcterms:modified xsi:type="dcterms:W3CDTF">2026-08-26T19:14:19Z</dcterms:modified>
</cp:coreProperties>
</file>